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6" r:id="rId9"/>
    <p:sldId id="285" r:id="rId10"/>
    <p:sldId id="271" r:id="rId11"/>
    <p:sldId id="281" r:id="rId12"/>
    <p:sldId id="287" r:id="rId13"/>
    <p:sldId id="289" r:id="rId14"/>
    <p:sldId id="288" r:id="rId15"/>
    <p:sldId id="292" r:id="rId16"/>
    <p:sldId id="293" r:id="rId17"/>
    <p:sldId id="290" r:id="rId18"/>
    <p:sldId id="291" r:id="rId19"/>
    <p:sldId id="268" r:id="rId20"/>
    <p:sldId id="269" r:id="rId2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39B1-A475-4CBB-3C79-9D26E5A8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C7ED2-D36F-F380-B914-E293551BC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91147-730F-8489-F314-EBBEE6FC1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1C2B-CF90-5661-FD6B-4743F3CA8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20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70F2-0EF9-0550-A72E-404207C3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00AA8-577A-B5F3-39C0-0D9C6D252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2C486-2F3A-630C-86E2-8D8A883F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FAA6-56A9-3BDB-EAC1-346BC26C2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0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3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98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228F-58ED-A8A9-83F6-417BF9E8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092AC-450B-ED20-CC0E-863B8D3F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D67FF-E9BF-B02A-BB9A-F8D92EE1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B14A-9DA2-06A7-BD4E-CC42A4DF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34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7441-AE0F-10FF-A537-3BCF94AD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36354-4BAB-3FCB-6C7D-DF3C2433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2C0FE-B540-83C4-35F9-38A6B7971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3274A-B69A-0588-AFD7-FBFC4C954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86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A64B-C9A7-1845-D66A-24945047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791D4-6EA8-2D69-F6E2-C2E249E13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BCD90-9070-331F-BADA-FE33C5F22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3B273-AE9C-6152-7108-9B32C96EC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7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https://docs.oracle.com/javase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ev.mysql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hyperlink" Target="https://www.w3schools.com/java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0895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Online Student Result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Varun Teja (24B11CS508)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Anuhya (24B11CS383)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Lakshmi Prasanna (24B11CS126)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Kalyan Venkata Reddy (25B21CS075)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Computer Science and Engineering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723900" y="1185265"/>
            <a:ext cx="8610600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Student Result Management System is a Java-based application developed to efficiently manage student academic records.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the admin to add, update, delete, and manage student details and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securely log in using their credentials to view their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accuracy, reduces manual effort, and provides a centralized database for storing student information.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723900" y="1437175"/>
            <a:ext cx="8610600" cy="405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any organization, maintaining student results manually is time-consuming and prone to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automates the process of managing student records and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interface for both admin and students.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developed using Java and MySQL to ensure efficient data handling and security.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4879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adding new student details such as Roll No, Name, Department, Section, and Password.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and delete student records.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update subject-wise results.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student and result by roll number.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to view results.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failures by section and subject.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6633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 (JDK 8 or above)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IntelliJ IDEA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(for version control)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445584" y="1538820"/>
            <a:ext cx="9502922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relational database to store student and result data efficiently.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main tables:</a:t>
            </a:r>
          </a:p>
          <a:p>
            <a:pPr marL="1349375" lvl="3" indent="-3746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Table </a:t>
            </a:r>
          </a:p>
          <a:p>
            <a:pPr marL="1349375" lvl="3" indent="-3746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Table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helps in reducing data redundancy and improving data organization.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ensures data integrity using primary keys and constraints.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0787-E769-8B37-025D-041FF5E1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3476D6BF-13C6-C6B0-36DF-F1559314FAB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70BE4208-2AED-46E3-654C-0DE2B83F7F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8994CB99-6727-2B94-DE57-F503E8F8FB6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2851F0DB-95C6-22C8-2435-DA8595A2F76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689328C-CC9D-EEE6-AEF0-27195081DA2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CEAD52A-D6BA-B4AE-C1E4-8A5436627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FAB0F939-F8B0-7014-4713-2E3FA82313D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205DEE-CF0B-DBC2-E5CD-2C4FB4661C9F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D6DA8-89F8-4CB4-20B5-36719C763BE0}"/>
              </a:ext>
            </a:extLst>
          </p:cNvPr>
          <p:cNvSpPr txBox="1"/>
          <p:nvPr/>
        </p:nvSpPr>
        <p:spPr>
          <a:xfrm>
            <a:off x="533400" y="2005523"/>
            <a:ext cx="8366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Students</a:t>
            </a:r>
            <a:r>
              <a:rPr lang="en-IN" dirty="0"/>
              <a:t> </a:t>
            </a:r>
            <a:r>
              <a:rPr lang="en-IN" b="1" dirty="0"/>
              <a:t>Table :</a:t>
            </a:r>
          </a:p>
          <a:p>
            <a:r>
              <a:rPr lang="en-US" dirty="0"/>
              <a:t>	</a:t>
            </a:r>
            <a:r>
              <a:rPr lang="en-IN" dirty="0"/>
              <a:t>Stores Students details (Roll No, Name, Semester, etc.)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FE0DB9-324E-B799-7EF6-44FC0E2EB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934832"/>
              </p:ext>
            </p:extLst>
          </p:nvPr>
        </p:nvGraphicFramePr>
        <p:xfrm>
          <a:off x="754474" y="2842492"/>
          <a:ext cx="7924800" cy="415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6274819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7931086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5738223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19731821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71513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</a:t>
                      </a:r>
                      <a:r>
                        <a:rPr lang="en-IN" dirty="0" err="1"/>
                        <a:t>oll_no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</a:t>
                      </a:r>
                      <a:r>
                        <a:rPr lang="en-IN" dirty="0"/>
                        <a:t>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tudent</a:t>
                      </a:r>
                      <a:r>
                        <a:rPr lang="en-IN" dirty="0"/>
                        <a:t> Roll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59532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 err="1"/>
                        <a:t>ot</a:t>
                      </a:r>
                      <a:r>
                        <a:rPr lang="en-IN" dirty="0"/>
                        <a:t>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021535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</a:t>
                      </a:r>
                      <a:r>
                        <a:rPr lang="en-IN" dirty="0" err="1"/>
                        <a:t>ept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055239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</a:t>
                      </a:r>
                      <a:r>
                        <a:rPr lang="en-IN" dirty="0"/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Semester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895027"/>
                  </a:ext>
                </a:extLst>
              </a:tr>
              <a:tr h="698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</a:t>
                      </a:r>
                      <a:r>
                        <a:rPr lang="en-IN" dirty="0"/>
                        <a:t>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Section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180812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password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</a:t>
                      </a:r>
                      <a:r>
                        <a:rPr lang="en-IN" dirty="0"/>
                        <a:t>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Login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541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093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F869-60E9-7283-1E5C-031B97BB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22CCC8F-8AC9-DA04-7DF6-792709DB8A6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D3CC7CDE-C0AA-8C40-F47A-6BB38775C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51A7B03-12DB-BDB0-A823-3B5CC5C3EA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4C3D95F-A98E-C662-A8CA-7C2260927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1ECD6EB-B411-BAC9-D612-83CAADD7C06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5340093-ADC0-C519-A46D-D43188C5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C0178A3-A864-AC29-8239-3EE3EEC824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C2DB0-515C-5729-13F5-411810B0A1D6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EB3E5-F5F4-BFDA-2030-B081D8DD8B72}"/>
              </a:ext>
            </a:extLst>
          </p:cNvPr>
          <p:cNvSpPr txBox="1"/>
          <p:nvPr/>
        </p:nvSpPr>
        <p:spPr>
          <a:xfrm>
            <a:off x="533400" y="2005523"/>
            <a:ext cx="8366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Results Table :</a:t>
            </a:r>
          </a:p>
          <a:p>
            <a:r>
              <a:rPr lang="en-US" dirty="0"/>
              <a:t>		Stores results data and links to student.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6B0F5-0FDB-2059-BAAA-EC98BE88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62475"/>
              </p:ext>
            </p:extLst>
          </p:nvPr>
        </p:nvGraphicFramePr>
        <p:xfrm>
          <a:off x="913618" y="2842492"/>
          <a:ext cx="7924800" cy="415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roll_no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Foreign key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Student Roll No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  <a:r>
                        <a:rPr lang="en-IN" dirty="0" err="1"/>
                        <a:t>ourse_code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Course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615743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  <a:r>
                        <a:rPr lang="en-IN" dirty="0" err="1"/>
                        <a:t>ourse_name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Course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003038"/>
                  </a:ext>
                </a:extLst>
              </a:tr>
              <a:tr h="698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</a:t>
                      </a:r>
                      <a:r>
                        <a:rPr lang="en-IN" dirty="0"/>
                        <a:t>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Obtained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72867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33334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>
                              <a:alpha val="78000"/>
                            </a:schemeClr>
                          </a:solidFill>
                        </a:rPr>
                        <a:t>credits</a:t>
                      </a:r>
                      <a:endParaRPr lang="en-IN" b="0" dirty="0">
                        <a:solidFill>
                          <a:schemeClr val="tx1">
                            <a:alpha val="78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>
                              <a:alpha val="78000"/>
                            </a:schemeClr>
                          </a:solidFill>
                        </a:rPr>
                        <a:t>D</a:t>
                      </a:r>
                      <a:r>
                        <a:rPr lang="en-IN" b="0" dirty="0">
                          <a:solidFill>
                            <a:schemeClr val="tx1">
                              <a:alpha val="78000"/>
                            </a:schemeClr>
                          </a:solidFill>
                        </a:rPr>
                        <a:t>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Credits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05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694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1143000" y="1589604"/>
            <a:ext cx="861059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Validates admin and student credentials to ensure secure and authorized 	access to the system.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Captures and stores new student details such as roll number, name, 	department, semester, section, and password.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Enables the admin to view, update, and delete student records efficiently.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Management Module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admin to add, update, and delete subject-wise student results. 	The system automatically calculates grades and credits based on marks.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Allows quick retrieval of student details using roll number.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all database interactions using JDBC for secure data storage and 	retrieval of student and result data.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Generates and displays detailed student result reports including subject-	wise marks, grades, total, average, and pass/fail status.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09BF8-939E-6C76-4342-E04259FF568B}"/>
              </a:ext>
            </a:extLst>
          </p:cNvPr>
          <p:cNvSpPr txBox="1"/>
          <p:nvPr/>
        </p:nvSpPr>
        <p:spPr>
          <a:xfrm>
            <a:off x="990600" y="1449777"/>
            <a:ext cx="8763000" cy="806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Login window: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l" rtl="0">
              <a:lnSpc>
                <a:spcPct val="115000"/>
              </a:lnSpc>
              <a:spcAft>
                <a:spcPts val="800"/>
              </a:spcAft>
            </a:pPr>
            <a:r>
              <a:rPr lang="en-IN" sz="1800" b="1" u="none" strike="noStrike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608629-1060-626B-69D3-4254C98B3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32996"/>
            <a:ext cx="45768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login with username &amp; password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using roll number &amp; password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to the system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8F14C0-5FF7-F689-8B84-81199ADE7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0602" y="3657600"/>
            <a:ext cx="5117195" cy="238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9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E39BD-B38D-F038-C3C2-37F3F226C77D}"/>
              </a:ext>
            </a:extLst>
          </p:cNvPr>
          <p:cNvSpPr txBox="1"/>
          <p:nvPr/>
        </p:nvSpPr>
        <p:spPr>
          <a:xfrm>
            <a:off x="990600" y="1449777"/>
            <a:ext cx="8763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Admin Menu</a:t>
            </a:r>
            <a:r>
              <a:rPr lang="en-IN" sz="1800" b="1" u="sng" dirty="0"/>
              <a:t>:</a:t>
            </a:r>
            <a:endParaRPr lang="en-IN" sz="1800" dirty="0"/>
          </a:p>
          <a:p>
            <a:r>
              <a:rPr lang="en-IN" sz="1800" b="1" dirty="0"/>
              <a:t> </a:t>
            </a:r>
            <a:r>
              <a:rPr lang="en-IN" sz="1800" dirty="0"/>
              <a:t>Admin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Add Student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View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Update/Delete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Add/Update/Delete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View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View Failures		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9CA724-C38C-E4B3-BA7C-0814DCCD3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457" y="1828800"/>
            <a:ext cx="3815135" cy="513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83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8911D-DB8D-864A-A56A-021103D1465A}"/>
              </a:ext>
            </a:extLst>
          </p:cNvPr>
          <p:cNvSpPr txBox="1"/>
          <p:nvPr/>
        </p:nvSpPr>
        <p:spPr>
          <a:xfrm>
            <a:off x="990600" y="1449777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/>
              <a:t>Add </a:t>
            </a:r>
            <a:r>
              <a:rPr lang="en-IN" b="1" u="sng" dirty="0"/>
              <a:t>Student</a:t>
            </a:r>
            <a:r>
              <a:rPr lang="en-IN" sz="1800" b="1" u="sng" dirty="0"/>
              <a:t> Window:</a:t>
            </a:r>
            <a:endParaRPr lang="en-IN" sz="1800" dirty="0"/>
          </a:p>
          <a:p>
            <a:r>
              <a:rPr lang="en-IN" sz="1800" b="1" dirty="0"/>
              <a:t> </a:t>
            </a:r>
            <a:r>
              <a:rPr lang="en-IN" sz="1800" dirty="0"/>
              <a:t>Allows admin to: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93F93-9017-7E8B-5FCC-CF1EFB99DD0E}"/>
              </a:ext>
            </a:extLst>
          </p:cNvPr>
          <p:cNvSpPr txBox="1"/>
          <p:nvPr/>
        </p:nvSpPr>
        <p:spPr>
          <a:xfrm>
            <a:off x="1143000" y="2110663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 student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password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data in database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50091A-6EA7-63A0-CB4C-9F6F2C67DC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499" y="3429000"/>
            <a:ext cx="3967344" cy="345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3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AADD-4D19-CE1A-A0AE-6EEF3536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F364F5D-D793-1E9D-BAE2-D5AEB2FAA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FA4B9F1-F58E-6088-7BFB-C923676C0FF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FF7E8-2D7E-EE44-718C-EFE70C9A2E40}"/>
              </a:ext>
            </a:extLst>
          </p:cNvPr>
          <p:cNvSpPr txBox="1"/>
          <p:nvPr/>
        </p:nvSpPr>
        <p:spPr>
          <a:xfrm>
            <a:off x="990600" y="1449777"/>
            <a:ext cx="876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Add Result</a:t>
            </a:r>
            <a:r>
              <a:rPr lang="en-IN" sz="1800" b="1" u="sng" dirty="0"/>
              <a:t> Window:</a:t>
            </a:r>
            <a:endParaRPr lang="en-IN" sz="1800" dirty="0"/>
          </a:p>
          <a:p>
            <a:r>
              <a:rPr lang="en-IN" sz="1800" b="1" dirty="0"/>
              <a:t> </a:t>
            </a:r>
            <a:r>
              <a:rPr lang="en-IN" sz="1800" dirty="0"/>
              <a:t>Allows </a:t>
            </a:r>
            <a:r>
              <a:rPr lang="en-IN" dirty="0"/>
              <a:t>ad</a:t>
            </a:r>
            <a:r>
              <a:rPr lang="en-IN" sz="1800" dirty="0"/>
              <a:t>min to</a:t>
            </a:r>
            <a:r>
              <a:rPr lang="en-IN" sz="18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Enter subject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Enter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auto-calculates grade &amp; credits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DAF90A-6D4E-1FB7-61DB-1944B24DD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48" y="3286980"/>
            <a:ext cx="4117731" cy="311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49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9A94-14EA-E8D0-3D63-C0A04376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53D31A0-D658-5F88-4F6C-87838563A1B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1F7D298F-D9C3-52AC-3397-46B5935445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B1E7811-24C1-3849-37CA-442DCFB086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EC759D3-CE08-9C44-DFAC-BBF4E85CDED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8E4AA084-8D55-6E6F-B349-5FD9853AAFA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B483F012-41B0-71ED-F0D0-D712FE055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57EC64A-08B8-8DE9-AB5F-9E76EB15E52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E6F968-8B37-A44D-53F2-41B9ED893E4E}"/>
              </a:ext>
            </a:extLst>
          </p:cNvPr>
          <p:cNvSpPr txBox="1"/>
          <p:nvPr/>
        </p:nvSpPr>
        <p:spPr>
          <a:xfrm>
            <a:off x="990600" y="1449777"/>
            <a:ext cx="8763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Result</a:t>
            </a:r>
            <a:r>
              <a:rPr lang="en-IN" sz="1800" b="1" u="sng" dirty="0"/>
              <a:t> Window:</a:t>
            </a:r>
            <a:endParaRPr lang="en-IN" sz="1800" dirty="0"/>
          </a:p>
          <a:p>
            <a:r>
              <a:rPr lang="en-IN" sz="1800" dirty="0"/>
              <a:t> </a:t>
            </a:r>
            <a:r>
              <a:rPr lang="en-IN" dirty="0"/>
              <a:t>Displays</a:t>
            </a:r>
            <a:r>
              <a:rPr lang="en-IN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Subject-wise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Grade &amp; Credits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Total &amp;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Pass/Fail status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033B7-E38D-31F8-FF5E-40B7E1F4E8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34"/>
          <a:stretch>
            <a:fillRect/>
          </a:stretch>
        </p:blipFill>
        <p:spPr>
          <a:xfrm>
            <a:off x="2095500" y="3413867"/>
            <a:ext cx="5867400" cy="399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83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8F08-A7BA-52E8-1776-3B947CA3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38B231-5193-9878-C3FF-C7C8CC4352C2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0C1DAB45-0EC9-E0F2-A78B-812245A0B0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8A4CD4AE-16B5-FDD6-139D-F7236E5C2E7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F4769694-51E9-43D1-3755-2C7015978C3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E77DD70-698A-4F11-5723-A1C1A31DF54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A9F247D0-E24C-A4E9-643A-AFD8A174C9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9935FDE-1732-A651-F928-496B4DB7BB4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06DFA0-898C-C819-E4D0-1F4157EA810A}"/>
              </a:ext>
            </a:extLst>
          </p:cNvPr>
          <p:cNvSpPr txBox="1"/>
          <p:nvPr/>
        </p:nvSpPr>
        <p:spPr>
          <a:xfrm>
            <a:off x="990600" y="1449777"/>
            <a:ext cx="876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/>
              <a:t>Failure Analysis Window:</a:t>
            </a:r>
            <a:endParaRPr lang="en-IN" sz="1800" dirty="0"/>
          </a:p>
          <a:p>
            <a:r>
              <a:rPr lang="en-IN" sz="1800" dirty="0"/>
              <a:t> Admin can 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Failed students by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Failed students by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5D4543-0401-A87C-5FB3-412FCB47D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4956" y="2890273"/>
            <a:ext cx="5189747" cy="17639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EC4C69-4AA5-C27D-77C1-2E80829D742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" r="-5176" b="4566"/>
          <a:stretch>
            <a:fillRect/>
          </a:stretch>
        </p:blipFill>
        <p:spPr>
          <a:xfrm>
            <a:off x="2504957" y="4876800"/>
            <a:ext cx="54693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38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3131E-D2BB-EC5C-2A95-924FDF20D02E}"/>
              </a:ext>
            </a:extLst>
          </p:cNvPr>
          <p:cNvSpPr txBox="1"/>
          <p:nvPr/>
        </p:nvSpPr>
        <p:spPr>
          <a:xfrm>
            <a:off x="314911" y="1143000"/>
            <a:ext cx="9448800" cy="6036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GUI-based Application: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Develop a graphical user interface using Java Swing/JavaFX for better 	user experience.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Web-based System: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Convert the application into a web-based platform for remote access 	anytime, anywhere.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Email Result Notifications: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Automatically send student results to their registered email IDs.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SGPA &amp; CGPA Calculation: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/>
              <a:t>	</a:t>
            </a:r>
            <a:r>
              <a:rPr lang="en-IN" sz="2000" dirty="0"/>
              <a:t>Implement semester-wise SGPA and overall CGPA calculation based on 	credits.</a:t>
            </a:r>
            <a:endParaRPr lang="en-IN" sz="20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Multi-Admin System: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	</a:t>
            </a:r>
            <a:r>
              <a:rPr lang="en-IN" sz="2000" dirty="0"/>
              <a:t>Support Multiple admin accounts with role-based access control.</a:t>
            </a:r>
            <a:endParaRPr lang="en-IN" sz="2000" b="1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76381-AD7A-228D-6305-1256490B7F5E}"/>
              </a:ext>
            </a:extLst>
          </p:cNvPr>
          <p:cNvSpPr txBox="1"/>
          <p:nvPr/>
        </p:nvSpPr>
        <p:spPr>
          <a:xfrm>
            <a:off x="304800" y="1034052"/>
            <a:ext cx="9448800" cy="682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The following references were used during the development of the </a:t>
            </a:r>
            <a:r>
              <a:rPr lang="en-IN" sz="2000" b="1" dirty="0"/>
              <a:t>Online Student Management System</a:t>
            </a:r>
            <a:r>
              <a:rPr lang="en-IN" sz="2000" dirty="0"/>
              <a:t>: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Herbert Schildt</a:t>
            </a:r>
            <a:r>
              <a:rPr lang="en-IN" dirty="0"/>
              <a:t>, </a:t>
            </a:r>
            <a:r>
              <a:rPr lang="en-IN" i="1" dirty="0"/>
              <a:t>Java: The Complete Reference</a:t>
            </a:r>
            <a:r>
              <a:rPr lang="en-IN" dirty="0"/>
              <a:t>, Oracle Press, 11th Edition.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E. </a:t>
            </a:r>
            <a:r>
              <a:rPr lang="en-IN" b="1" dirty="0" err="1"/>
              <a:t>Balagurusamy</a:t>
            </a:r>
            <a:r>
              <a:rPr lang="en-IN" dirty="0"/>
              <a:t>, </a:t>
            </a:r>
            <a:r>
              <a:rPr lang="en-IN" i="1" dirty="0"/>
              <a:t>Programming with Java</a:t>
            </a:r>
            <a:r>
              <a:rPr lang="en-IN" dirty="0"/>
              <a:t>, McGraw Hill Education.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Korth, Silberschatz, Sudarshan</a:t>
            </a:r>
            <a:r>
              <a:rPr lang="en-IN" dirty="0"/>
              <a:t>, </a:t>
            </a:r>
            <a:r>
              <a:rPr lang="en-IN" i="1" dirty="0"/>
              <a:t>Database System Concepts</a:t>
            </a:r>
            <a:r>
              <a:rPr lang="en-IN" dirty="0"/>
              <a:t>, McGraw Hill.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MySQL Documentation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2"/>
              </a:rPr>
              <a:t>https://dev.mysql.com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SE Documentation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3"/>
              </a:rPr>
              <a:t>https://docs.oracle.com/javase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JDBC Tutorial – </a:t>
            </a:r>
            <a:r>
              <a:rPr lang="en-IN" b="1" dirty="0" err="1"/>
              <a:t>GeeksforGeeks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https://www.geeksforgeeks.org/jdbc/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Console Input/Output – </a:t>
            </a:r>
            <a:r>
              <a:rPr lang="en-IN" b="1" dirty="0" err="1"/>
              <a:t>TutorialsPoint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>
                <a:solidFill>
                  <a:schemeClr val="tx1"/>
                </a:solidFill>
              </a:rPr>
              <a:t>https://www.tutorialspoint.com/java/java_basic_syntax.htm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W3Schools Java Tutorial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4"/>
              </a:rPr>
              <a:t>https://www.w3schools.com/java/</a:t>
            </a:r>
            <a:endParaRPr lang="en-IN" dirty="0"/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381000" y="1323261"/>
            <a:ext cx="9448800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Online Student Result Management System </a:t>
            </a:r>
            <a:r>
              <a:rPr lang="en-US" sz="2000" dirty="0"/>
              <a:t>was successfully developed as a console-based application.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replaces manual result management with an efficient digital solution.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provides key functionalities like </a:t>
            </a:r>
            <a:r>
              <a:rPr lang="en-US" sz="2000" b="1" dirty="0"/>
              <a:t>adding, updating, deleting, and searching student records and results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ensures </a:t>
            </a:r>
            <a:r>
              <a:rPr lang="en-US" sz="2000" b="1" dirty="0"/>
              <a:t>data accuracy, security, and easy accessibility </a:t>
            </a:r>
            <a:r>
              <a:rPr lang="en-US" sz="2000" dirty="0"/>
              <a:t>for both admin and students.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Technologies like </a:t>
            </a:r>
            <a:r>
              <a:rPr lang="en-US" sz="2000" b="1" dirty="0"/>
              <a:t>Java, Swing, JDBC, and MySQL Database</a:t>
            </a:r>
            <a:r>
              <a:rPr lang="en-US" sz="2000" dirty="0"/>
              <a:t> enabled reliable performance.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reduces administrative workload and improves overall efficiency in managing student results.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3352800"/>
            <a:ext cx="4724400" cy="830997"/>
          </a:xfrm>
        </p:spPr>
        <p:txBody>
          <a:bodyPr/>
          <a:lstStyle/>
          <a:p>
            <a:r>
              <a:rPr lang="en-IN" sz="54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</TotalTime>
  <Words>1140</Words>
  <Application>Microsoft Office PowerPoint</Application>
  <PresentationFormat>Custom</PresentationFormat>
  <Paragraphs>218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Palatino Linotype</vt:lpstr>
      <vt:lpstr>Times New Roman</vt:lpstr>
      <vt:lpstr>Wingdings</vt:lpstr>
      <vt:lpstr>Office Theme</vt:lpstr>
      <vt:lpstr>Java Programming Cornerstone Project Final Review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Database Design</vt:lpstr>
      <vt:lpstr>SYSTEM DESIGN</vt:lpstr>
      <vt:lpstr>System Implementation</vt:lpstr>
      <vt:lpstr>System Implementation</vt:lpstr>
      <vt:lpstr>System Implementation</vt:lpstr>
      <vt:lpstr>System Implementation</vt:lpstr>
      <vt:lpstr>System Implementation</vt:lpstr>
      <vt:lpstr>System Implementation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Varun Teja</dc:creator>
  <cp:lastModifiedBy>Varun Teja</cp:lastModifiedBy>
  <cp:revision>53</cp:revision>
  <cp:lastPrinted>2025-10-14T18:21:49Z</cp:lastPrinted>
  <dcterms:created xsi:type="dcterms:W3CDTF">2025-10-10T08:28:06Z</dcterms:created>
  <dcterms:modified xsi:type="dcterms:W3CDTF">2026-04-05T12:14:02Z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